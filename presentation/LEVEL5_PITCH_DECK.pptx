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59E0B"/>
                </a:solidFill>
              </a:defRPr>
            </a:pPr>
            <a:r>
              <a:t>🏛️ GASCHAIN</a:t>
            </a:r>
          </a:p>
          <a:p>
            <a:pPr>
              <a:spcAft>
                <a:spcPts val="2000"/>
              </a:spcAft>
              <a:defRPr sz="2200">
                <a:solidFill>
                  <a:srgbClr val="F8FAFC"/>
                </a:solidFill>
              </a:defRPr>
            </a:pPr>
            <a:r>
              <a:t>The Decentralized LPG Supply Chain &amp; Automated Subsidy Protocol on Stellar</a:t>
            </a:r>
          </a:p>
          <a:p>
            <a:pPr>
              <a:defRPr sz="1400" b="1">
                <a:solidFill>
                  <a:srgbClr val="0EA5E9"/>
                </a:solidFill>
              </a:defRPr>
            </a:pPr>
            <a:r>
              <a:t>RiseIn Stellar Level 5 (Blue Belt) Capstone • September 2026 Production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2 //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Crisis in Traditional LPG &amp; Energy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Black Market Diversion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Massive diversion of subsidized domestic LPG cylinders into commercial black markets.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 of serialized asset tracking allows rogue distributors to siphon billions in fuel.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Over $2.8B in annual global leakages and subsidy misappropriation.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Opaque Subsidy Chains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 Benefit Transfer (DBT) relies on fragmented banking and manual government auditing.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Beneficiaries face delayed disbursements and fraudulent claims from ghost accounts.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cryptographic proof of physical delivery prior to funds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Safety &amp; Audit Failures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Cylinder inspection dates and safety recertifications are forged on paper manifests.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Counterfeit and uninspected cylinders cause fatal domestic and industrial hazards.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Auditors have zero real-time visibility into custody handoffs.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3 //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GasChain: Cryptographic Integrity for Energy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Immutable Chain of Custody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Unique on-chain serial numbers registered on Soroban smart contract.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Every depot-to-distributor-to-consumer transfer cryptographically signed.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Tamper-proof audit trail eliminates ghost cylinders.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Automated Subsidy Escrow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Soroban smart contract calculates entitlement directly based on verified consumer profile.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settlement upon cryptographic confirmation of delivery.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intermediaries, zero leakage, zero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Gasless Consumer UX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Native Stellar Fee-Bump sponsorship allows non-crypto consumers to transact seamlessly.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Intuitive web app integrated with Freighter wallet and testnet horizon node.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Real-time event indexing provides instant sub-200ms user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4 // 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End-to-End User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1. Wallet Connect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connects Freighter extension on Stellar Testnet.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testnet balance and network status check.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Session telemetry initialized.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Asset Selection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Select cylinder category (14.2kg Domestic, 19kg Commercial).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subsidy calculation preview.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Delivery address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On-Chain Booking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Transaction signed via Freighter.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Committed to Soroban contract CCVUAGX...3LN6R.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Unique immutable Booking ID generated.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4. Delivery &amp; Settle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Distributor updates status to In Transit -&gt; Delivered.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Contract automatically settles subsidy.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audit logged in Ledger Explorer.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5 //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Multi-Billion Dollar Global LPG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Target Addressable Market (TAM)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Global LPG Market: $155 Billion (CAGR 4.8%).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India &amp; Emerging Economies: Over 320 Million active domestic LPG connections.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Government Subsidy Outlay: Exceeds $12 Billion annually across developing nations.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Enterprise Fleet: 10,000+ bottling plants and 25,000+ regional distributors requiring ERP modernization.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Strategic Niche &amp; Value Capture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Segment 1: Government energy ministries seeking subsidy fraud elimination.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Segment 2: National oil marketing corporations (OMCs) modernizing supply chains.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Segment 3: Commercial logistics operators optimizing cylinder turnaround cycles.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Revenue Model: Micro-transaction protocol fee per verified asset lifecycle state transition.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6 // BLOCKCHAIN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Stellar is the Ideal Infrastructure for GasChain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Sub-5s Finality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Stellar Consensus Protocol (SCP) guarantees sub-second to 5s transaction finality.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Essential for real-time truck loading and point-of-sale customer delivery handoffs.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Ultra-Low Fees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Fixed low transaction fees (0.00001 XLM).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Enables millions of micro-lifecycle events without cost explosion or network congestion.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Soroban Rust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High-performance, memory-safe WASM smart contract execution environment.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 state storage, TTL management, and verifiable cryptographic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Fee Sponsorship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Native Stellar Fee-Bump protocol.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GasChain treasury sponsors end-user fees, abstracting blockchain friction from daily consumers.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7 //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Hybrid Reactive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Client / Application Layer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React 18 + Vite + TailwindCSS + Radix UI.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Freighter Wallet SDK &amp; StellarSdk Horizon client.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Client-side telemetry &amp; privacy-preserving analytics.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Responsive across Mobile, Tablet, and Desktop.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Smart Contract Layer (Soroban)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Contract: CCVUAGXSXDATPMZC5ZGH6G47LUM4BPZLJ2NU47BAQ5W74CMS2YX3LN6R.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Rust no_std implementation with role-based auth (Admin, Authority, Distributor, User).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Emergency circuit-breaker &amp; persistent storage TTL.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Indexing &amp; Network Layer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Base44 event indexer streaming Soroban contract events via WebSockets.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Sub-200ms UI responsiveness vs raw polling.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Stellar Testnet Horizon consensus validator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8 //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September 2026 Testnet Traction &amp; Real User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Active Cohort (September)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Requirement: 50+ Real Testnet Users.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Cohort Focus: September 2026 verified onboarding.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Status: In active onboarding cycle with verified Google Form &amp; Sheets pipeline.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100% Zero-Fabrication verified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Contract &amp; Network Stats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Soroban Contract deployed and verified.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 testnet cylinder bookings and status transitions recorded.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Sub-500ms API response latency via hybrid indexing.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contract deployment or execution panics.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Engagement Feedback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4.4 / 5.0 Average Product Satisfaction rating.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 qualitative feedback categorized into UX, Performance, and CI pipelines.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Active user suggestions mapped to direct Git commits.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9 // PRODUCT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Feedback-Driven Product Iteration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Wallet Connection UX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Feedback: Users felt unsure during Freighter popup interaction.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Improvement: Added interactive loading spinners, network status badges, and direct testnet faucet helper.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Commit Link mapped in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Mobile Responsiveness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Feedback: Large table logs caused horizontal scroll issues on mobile devices.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Improvement: Replaced table layouts with dynamic responsive cards and collapsible navigation.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Commit Link mapped in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Live Feedback Widget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Feedback: Testers wanted direct in-app feedback channel instead of switching tabs.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Improvement: Shipped interactive FeedbackModal with star ratings and telemetry hooks.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Commit Link mapped in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10 //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Go-To-Market &amp; Ecosystem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Phase 1: Pilot Programs (Q4 2026)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Partner with regional LPG bottling franchises for localized warehouse trials.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Onboard 500+ delivery personnel with mobile progressive web app (PWA).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Integrate with Stellar Anchor services for localized currency on/off ramps.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Community engagement via dedicated Product X and developer hackathons.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Phase 2: National Enterprise Rollout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Integrate with government subsidy databases (API bridging).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Hardware IoT QR / RFID scanning integration on physical cylinder valves.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Transition from Soroban Testnet to Stellar Mainnet with enterprise multi-sig governance.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Open-source logistics SDK for third-party energy distributor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11 //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Development &amp; Protocol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3 Months (Q4 2026)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 Level 5 Blue Belt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IoT QR verification in mobile app.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Expanded distributor dashboard with batch settlement.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Plausible &amp; custom event analytics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6 Months (Q1 2027)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Soroban Mainnet deployment.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Multi-signature governance for subsidy authorities.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Consumer mobile app (iOS / Android React Native).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Third-party security audit of Soroban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12 Months (2027+)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Cross-border energy logistics expansion.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Decentralized identity (DID) integration for consumer KYC.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Carbon credit tracking protocol extension.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Decentralized dispute resolution DAO.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12 // LONG-TERM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Future of Decentralized Energy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Mission Statement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 establish the global decentralized standard for physical commodity tracking and fair social benefit delivery.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Ensuring every household receives clean cooking fuel safely, affordably, and transparently without bureaucratic corruption.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Demonstrating the real-world societal impact of the Stellar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Core Pillars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Radical Transparency: Public cryptographic ledgers for public energy commodities.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Frictionless Access: Web2-speed experience powered by Stellar fee sponsorship.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Scalable Resilience: Zero downtime, fault-tolerant decentralized state machines.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 Social Equity: Direct automated subsidy distribution to underprivileged beneficiaries.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13 //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Engineering &amp; Development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Project Lead &amp; Core Developer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GitHub: ashu19846b-tech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Role: Full-Stack Web3 Engineer &amp; Soroban Contract Developer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Focus: Stellar protocol integration, smart contract architecture, and frontend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Open Source Community &amp; Testers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RiseIn Stellar Bootcamp community testers and active feedback cohort.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Collaborative verification on Stellar Testnet and Freighter Wallet API.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to building open-source public goods on Stellar.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SLIDE 14 //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Official Verified Project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Application &amp; Blockchain Links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Production App: https://level6-2mgt.vercel.app/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GitHub Repository: https://github.com/ashu19846b-tech/level5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Soroban Contract: CCVUAGXSXDATPMZC5ZGH6G47LUM4BPZLJ2NU47BAQ5W74CMS2YX3LN6R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Stellar Explorer: https://stellar.expert/explorer/testnet/contract/CCVUAGXSXDATPMZC5ZGH6G47LUM4BPZLJ2NU47BAQ5W74CMS2YX3LN6R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Evidence &amp; Presentation Links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Pitch Deck: presentation/LEVEL5_PITCH_DECK.pptx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Demo Video: https://youtu.be/zZf87KZLVSM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Feedback Sheet: docs/user-feedback.xlsx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Official Google Form: https://docs.google.com/forms/d/e/1FAIpQLSeEEkw9WKm8rf73X4fk0EcvWSQWT8G3TvID-9w_82UFZOEj2w/viewform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Product X: [USER ACTION REQUIRED — ADD PRODUCT X PAGE]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